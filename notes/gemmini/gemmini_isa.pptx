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follows the source document's own top-down structure: state the whole mechanism in three sentences first, then descend one level at a time. All field layouts follow the dev branch — the master head carries a superseded CISC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the audience can leave after L2 and still read Gemmini assembly. L3 onward is for people writing or modifying the compiler and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deck is an elaboration of one of the next slide's three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3 is the single most load-bearing fact in the whole ISA. Every apparent contradiction in the encoding tables dissolves once depth is separated from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Gemmini never sees an instruction address or a register number — Rocket has resolved both by the time the bundle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deck's centrepiece. Walk it slowly, top to bottom, once. Everything after this slide elaborates one of these four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misconception to pre-empt: people assume rs1/rs2 assignment encodes semantics. It does not — except for the config selector.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OS-invisibility point is the one architects reusing Gemmini most often discover too late. Worth flagging explicitly in any productisation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calling out when comparing against accelerators that require pinned physical buffers and a driver round-trip.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section. The encoding itself is unremarkable RISC-V; what matters is the funct7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counter_access ever writes rd, which is why it is the only instruction with a return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Numbering is historical, not structural — mvin2 is funct7=1 while mvin is 2. Do not read meaning into adjacency.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in the room has read the master-branch header, this slide is why their field layouts disagree with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densest section, and the one that pays off most. Most of Gemmini's expressive power lives in the address, not the opcode.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accumulate-vs-overwrite is an address bit, not an opcode. Anyone coming from a conventional ISA will look for an opcode that does not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Gotcha #4 in the source. Anyone debugging garbage output should check the sentinel's slot before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column is the bridge to Level 3. Flag it here so the next section does not feel like a detour.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bracketed letters are the shapes from the previous slide. Note config_ld is the odd one out: a bare stride in rs2, forced by the selector living in rs1.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remembers only two things from Level 2, make it these two plus the local address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but essential. Without this section the CISC loop instructions look like gratuitous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is gemmini_extended_mvin(dram_addr, spad_addr, cols, rows) with cols = rows = DIM = 16. All four packing instructions build rs2. rs1 costs nothing. That asymmetry is the whole point of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why the CISC loop instructions exist at all, given they add no functionality. Do not skip it before Level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longest section. If time is short, prioritise the execute pair and the WS inner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set_only_strides is the escape hatch for changing stride mid-kernel without clobbering dataflow and activation.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example of an ISA table that is unmemorable as a table and obvious as a datapath fact. Always present the datapath reason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scale per mvin is why the library can fuse dequantisation into the load — a reusable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experimental. config_st pooling in particular assumes NHWC and is rarely exercised.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one-scale-per-mvin design is why the library can fuse dequantisation into the load. Point it out — it is a reusable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identical rs2 column — it is the clearest illustration of the DMA pattern from Level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Gotcha #3 in the source. Emphasise that nothing in the hardware will tell you the roles are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deck has one thesis, this slide is it: in Gemmini, the address space is the control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order is not an optimisation detail — i-innermost is what makes the dataflow weight-stationary at all. Reorder the loops and the reuse silently disappears.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explicitly to Level 3. Without the issue-cost argument these look like gratuitous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6-vs-64 ratio is the headline number, and the honest answer to "why would a RISC-V accelerator have CISC instructions".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D is a null pointer here because there is no bias; the ex_accumulate flag in the trigger is how outer software tiling hooks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anyone designing a derivative NPU, the trans_* contract is the piece worth lifting wholesale — it removes im2col from the software stack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showing alongside slide 35 — the shape of the sequence is identical, only the operand count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flush bypassing the queue is gotcha #10 — the fence discipline around it is the programmer's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"narrow forms silently reset fields" behaviour is a real footgun — it is why library code almost always calls extended5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instructions that exercise every concept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line by line and point back to the level each line was introduced at. Ten instructions exercise every concept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technical content here: the ISA has almost no runtime checking, so correctness has to be enforced at the library and compiler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gap, not the praise — it is the part most relevant to anyone building on top of or alongside this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back to the branch warning — it is the single most likely source of confusion for anyone who goes to read the headers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RoCC custom-3 accelerator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 ISA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43230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 macro to systolic array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9992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top-down descent through six levels of abstraction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703320"/>
            <a:ext cx="6903720" cy="1408176"/>
          </a:xfrm>
          <a:prstGeom prst="roundRect">
            <a:avLst>
              <a:gd name="adj" fmla="val 3247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13048"/>
            <a:ext cx="662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31        25 24    20 19    15 14  12 11    7 6      0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+------------+--------+--------+------+-------+--------+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</a:t>
            </a:r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funct7</a:t>
            </a:r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 rs2#  |  rs1#  |funct3|  rd   |custom3 |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+------------+--------+--------+------+-------+--------+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opcode      5-bit    5-bit    xd/     x0      0x7B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select      reg #    reg #   xs1/xs2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3703320"/>
            <a:ext cx="4053535" cy="1408176"/>
          </a:xfrm>
          <a:prstGeom prst="roundRect">
            <a:avLst>
              <a:gd name="adj" fmla="val 3247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3831336"/>
            <a:ext cx="3687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configuration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18120" y="4142232"/>
            <a:ext cx="36877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 = 16   ADDR_LEN = 32   BANK_NUM = 4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BANK_ROWS = 4096   ACC_ROWS = 1024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elem_t = int8   acc_t = int32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acc_scale_t = float32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59893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ucb-bar/gemmini README   ·   gemmini-rocc-tests (dev) include/gemmini.h   ·   ibm/rocc-software src/xcustom.h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levels, top to bottom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3521354" cy="1417320"/>
          </a:xfrm>
          <a:prstGeom prst="roundRect">
            <a:avLst>
              <a:gd name="adj" fmla="val 3226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43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04088" y="18288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2103120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things, three places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5170" y="1115568"/>
            <a:ext cx="3521354" cy="1417320"/>
          </a:xfrm>
          <a:prstGeom prst="roundRect">
            <a:avLst>
              <a:gd name="adj" fmla="val 3226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6338" y="1243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36338" y="18288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6338" y="2103120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R-type, funct7, funct3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67421" y="1115568"/>
            <a:ext cx="3521354" cy="1417320"/>
          </a:xfrm>
          <a:prstGeom prst="roundRect">
            <a:avLst>
              <a:gd name="adj" fmla="val 3226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8589" y="1243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68589" y="18288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8589" y="2103120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and packing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843784"/>
            <a:ext cx="3521354" cy="1417320"/>
          </a:xfrm>
          <a:prstGeom prst="roundRect">
            <a:avLst>
              <a:gd name="adj" fmla="val 3226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971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04088" y="3557016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" y="3831336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issue actually costs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5170" y="2843784"/>
            <a:ext cx="3521354" cy="1417320"/>
          </a:xfrm>
          <a:prstGeom prst="roundRect">
            <a:avLst>
              <a:gd name="adj" fmla="val 3226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6338" y="2971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536338" y="3557016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groups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36338" y="3831336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move / execute / loop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67421" y="2843784"/>
            <a:ext cx="3521354" cy="1417320"/>
          </a:xfrm>
          <a:prstGeom prst="roundRect">
            <a:avLst>
              <a:gd name="adj" fmla="val 3226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8589" y="2971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368589" y="3557016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8589" y="3831336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16x16x16 trace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626864"/>
            <a:ext cx="11185855" cy="749808"/>
          </a:xfrm>
          <a:prstGeom prst="roundRect">
            <a:avLst>
              <a:gd name="adj" fmla="val 6098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5488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descent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5065776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is a field of the level above it. Stop at any level and the picture is still correct — just coarser.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C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— Mental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mechanism, in three sentences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§1.1  the short version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things, three places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52144"/>
            <a:ext cx="420624" cy="420624"/>
          </a:xfrm>
          <a:prstGeom prst="ellipse">
            <a:avLst/>
          </a:prstGeom>
          <a:solidFill>
            <a:srgbClr val="F47726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52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115568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is a 32-bit word in .text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399032"/>
            <a:ext cx="1061892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through the I-cache like any other RISC-V instruction. Nothing special about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420624" cy="420624"/>
          </a:xfrm>
          <a:prstGeom prst="ellipse">
            <a:avLst/>
          </a:prstGeom>
          <a:solidFill>
            <a:srgbClr val="F0B849"/>
          </a:solidFill>
          <a:ln w="12700">
            <a:solidFill>
              <a:srgbClr val="F0B8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9848" y="2157984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operands are 64-bit values in the CPU integer register 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9848" y="2441448"/>
            <a:ext cx="1061892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carries only 5-bit register NUMBERS — never the values themselves.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36976"/>
            <a:ext cx="420624" cy="420624"/>
          </a:xfrm>
          <a:prstGeom prst="ellipse">
            <a:avLst/>
          </a:prstGeom>
          <a:solidFill>
            <a:srgbClr val="91ADBC"/>
          </a:solidFill>
          <a:ln w="12700">
            <a:solidFill>
              <a:srgbClr val="91AD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9848" y="3200400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 has no architectural registers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9848" y="3483864"/>
            <a:ext cx="1061892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Gemmini state software can name is SRAM, addressed by a 32-bit value living INSIDE one of those 64-bit registers.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315968"/>
            <a:ext cx="11185855" cy="1115568"/>
          </a:xfrm>
          <a:prstGeom prst="roundRect">
            <a:avLst>
              <a:gd name="adj" fmla="val 4098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4398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 point 3 resolves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75488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is 32 bits. The local address is also 32 bits. They seem not to fit —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need to. They sit at different depths: one is a word in memory, the other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bit field inside a register.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§1.2  the five stages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from C to array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91744" y="111556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1A1F27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744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macro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64512" y="11155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8832" y="111556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1A1F27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8832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1600" y="11155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5920" y="111556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1A1F27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5920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58688" y="11155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3008" y="111556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1A1F27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3008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regfile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05776" y="11155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80096" y="111556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1A1F27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0096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RoCC port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52864" y="111556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927184" y="1115568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2A1B12"/>
          </a:solidFill>
          <a:ln w="15875">
            <a:solidFill>
              <a:srgbClr val="F477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7184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Gemmini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56816"/>
          <a:ext cx="1118585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9219895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macro call, e.g. gemmini_extended_mvin(...)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Expands the macro to inline asm with two "r" operands; emits plain RV64I to compute them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32-bit custom3 instruction naming two 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regfile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the two 64-bit operand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RoCC 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 reads the regfile and sends a RoCCCommand bundle of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Decodes funct7, slices the 64-bit operands into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02920" y="4791456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491947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that matters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85800" y="5230368"/>
            <a:ext cx="1082009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 → regfile, where register NUMBERS become register VALUES. Everything downstream operates on values only.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§1.3  zooming in — each box is a field of the box above 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mvin, four depths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7849210" cy="4059936"/>
          </a:xfrm>
          <a:prstGeom prst="roundRect">
            <a:avLst>
              <a:gd name="adj" fmla="val 1126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757489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custom3 instruction — 32 bits, lives in .text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+-------------+---------+---------+-----+---------+---------+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funct7 = 2  | rs2=x13 | rs1=x12 | 011 | rd = x0 | custom3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+-------------+---------+---------+-----+---------+---------+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\_________________/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5-bit register NUMBERS, not values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v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Rocket decodes, then reads the regfile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integer register file — the 64-bit VALUES, in the CPU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x12 = 0x0000_0000_8FF3_2100 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rs1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bare pointer, nothing packed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x13 = 0x0010_0010_8000_0040 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rs2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packed triple, expanded below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v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x13 contents — 64 bits, built by compiler-emitted RV64I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+--------------+--------------+------------------------------+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rows = 16   |  cols = 16   |  local address = 0x8000_0040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[63:48]    |   [47:32]    |            [31:0]           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+--------------+--------------+------------------------------+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v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local address — 32 bits, a FIELD inside x13, not a register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+------+------+------+-----------------------------------+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acc  | ovr  |  rd  |         row index 0x40           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[31] | [30] | [29] |             [28:0]               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+------+------+------+-----------------------------------+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26450" y="1115568"/>
            <a:ext cx="3062326" cy="2468880"/>
          </a:xfrm>
          <a:prstGeom prst="roundRect">
            <a:avLst>
              <a:gd name="adj" fmla="val 1852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09330" y="1243584"/>
            <a:ext cx="2696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downward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09330" y="1554480"/>
            <a:ext cx="26965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contains rs2 = x13 — a register NUMBER.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x13 holds a 64-bit VALUE.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value decomposes into rows, cols and a 32-bit local address.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address itself decomposes into three flag bits plus a row index.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26450" y="3730752"/>
            <a:ext cx="3062326" cy="1444752"/>
          </a:xfrm>
          <a:prstGeom prst="roundRect">
            <a:avLst>
              <a:gd name="adj" fmla="val 3165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09330" y="3858768"/>
            <a:ext cx="2696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x12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09330" y="4169664"/>
            <a:ext cx="269656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needed no packing at all, because it is already a pointer.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some operands are free and others are not: Level 3.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5431536"/>
            <a:ext cx="11185855" cy="777240"/>
          </a:xfrm>
          <a:prstGeom prst="roundRect">
            <a:avLst>
              <a:gd name="adj" fmla="val 5882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559552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32-bit things never coexist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870448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a word in memory, the other is a bit field inside a register. They sit at different depths, so they never have to fit side by side.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§1.4  what the macro does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macro actually does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43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Gemmini macro bottoms out here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08176"/>
            <a:ext cx="5437480" cy="1560576"/>
          </a:xfrm>
          <a:prstGeom prst="roundRect">
            <a:avLst>
              <a:gd name="adj" fmla="val 2930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17904"/>
            <a:ext cx="51631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ROCC_INSTRUCTION_0_R_R(x, rs1, rs2, func7) \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\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asm volatile( \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".insn r " STR(CAT(CUSTOM_, x)) ", " \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STR(0x3) ", " STR(func7) ", x0, %0, %1" \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\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(rs1),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(rs2)); \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51296" y="1115568"/>
            <a:ext cx="543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gemmini_extended_mvin expands 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1296" y="1408176"/>
            <a:ext cx="5437480" cy="1560576"/>
          </a:xfrm>
          <a:prstGeom prst="roundRect">
            <a:avLst>
              <a:gd name="adj" fmla="val 2930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8456" y="1517904"/>
            <a:ext cx="51631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asm volatile(".insn r CUSTOM_3, 0x3, 2, x0, %0, %1"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                                 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no outputs */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(dram_addr),                   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-&gt; %0 */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(((uint64_t)rows &lt;&lt; 48) |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((uint64_t)cols &lt;&lt; 32) |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spad_addr));                  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-&gt; %1 */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06496"/>
            <a:ext cx="5437480" cy="1234440"/>
          </a:xfrm>
          <a:prstGeom prst="roundRect">
            <a:avLst>
              <a:gd name="adj" fmla="val 3704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34512"/>
            <a:ext cx="507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"r"(expr) is a GCC input constraint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645408"/>
            <a:ext cx="507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this C expression, place the result in some general-purpose register, and substitute that register's name here.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line is the whole mechanism.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1296" y="3206496"/>
            <a:ext cx="5437480" cy="1133856"/>
          </a:xfrm>
          <a:prstGeom prst="roundRect">
            <a:avLst>
              <a:gd name="adj" fmla="val 4032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8456" y="3316224"/>
            <a:ext cx="516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.insn r &lt;opcode&gt;, &lt;funct3&gt;, &lt;funct7&gt;, &lt;rd&gt;, &lt;rs1&gt;, &lt;rs2&gt;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CUSTOM_3   0x3      2      x0    %0     %1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|        |       |      |     |      |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0x7B    xd=0,   k_MVIN unused  |      +- 2nd input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xs1=1,                 +--------- 1st input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xs2=1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596384"/>
            <a:ext cx="11185855" cy="932688"/>
          </a:xfrm>
          <a:prstGeom prst="roundRect">
            <a:avLst>
              <a:gd name="adj" fmla="val 4902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7244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magic in operand placement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03529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%0 lands in the rs1 field and %1 in rs2 strictly by declaration order of the input constraints — the header author simply chose.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genuinely forced position is the config selector in rs1[1:0], because all four config instructions share funct7 = 0.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§1.5  where state lives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Gemmini state lives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59893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Gemmini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Addressable how?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(dataflow, strides, scales, act)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ADDRESSABLE. Latched by config_*, write-only, no readback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Loop-instruction operands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(bounds, addrs, strides)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ADDRESSABLE. Latched by LOOP_*_CONFIG_*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Scratchpad SRAM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32-bit local address — a VALUE in a CPU register, not a register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 SRAM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ROB, queues, PE registers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VISIBLE to software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03136" y="1115568"/>
            <a:ext cx="48856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delivers a bundle, not an instruction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03136" y="1408176"/>
            <a:ext cx="4885639" cy="1179576"/>
          </a:xfrm>
          <a:prstGeom prst="roundRect">
            <a:avLst>
              <a:gd name="adj" fmla="val 3876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0296" y="1517904"/>
            <a:ext cx="4611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RoCCCommand {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   = 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RoCCInstruction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rs1    = Bits(xLen.W)  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64-bit VALUE,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rs2    = Bits(xLen.W)  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already read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= 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MStatus        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privilege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  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ctx for TLB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03136" y="2825496"/>
            <a:ext cx="4885639" cy="1874520"/>
          </a:xfrm>
          <a:prstGeom prst="roundRect">
            <a:avLst>
              <a:gd name="adj" fmla="val 2439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86016" y="2953512"/>
            <a:ext cx="4519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this into any derivative design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86016" y="3264408"/>
            <a:ext cx="451987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Gemmini's configuration state is invisible to the OS.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architectural name → no save/restore path → a context switch with configuration live, or a DMA in flight, is a correctness hazard the architecture does not address.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§1.6  why rs1 holds a virtual address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rs1 holds a virtual address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521354" cy="2331720"/>
          </a:xfrm>
          <a:prstGeom prst="roundRect">
            <a:avLst>
              <a:gd name="adj" fmla="val 1961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43584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1555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Gemmini's DMAs operate on virtual addresses.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a private TLB (FrontendTLB); on a miss it falls back to a page-table walker shared with the host CPU via the RoCC ptw port.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field carries the MStatus captured at issue — the privilege context the TLB needs for permission checks.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5170" y="1115568"/>
            <a:ext cx="3521354" cy="2331720"/>
          </a:xfrm>
          <a:prstGeom prst="roundRect">
            <a:avLst>
              <a:gd name="adj" fmla="val 1961"/>
            </a:avLst>
          </a:prstGeom>
          <a:solidFill>
            <a:srgbClr val="121A1D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8050" y="1243584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pleasant to program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8050" y="1554480"/>
            <a:ext cx="31555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Userspace hands it plain malloc'd pointers.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36338" y="2139696"/>
            <a:ext cx="1481328" cy="274320"/>
          </a:xfrm>
          <a:prstGeom prst="roundRect">
            <a:avLst>
              <a:gd name="adj" fmla="val 40000"/>
            </a:avLst>
          </a:prstGeom>
          <a:solidFill>
            <a:srgbClr val="16232A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6338" y="21396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driver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09106" y="2139696"/>
            <a:ext cx="1481328" cy="274320"/>
          </a:xfrm>
          <a:prstGeom prst="roundRect">
            <a:avLst>
              <a:gd name="adj" fmla="val 40000"/>
            </a:avLst>
          </a:prstGeom>
          <a:solidFill>
            <a:srgbClr val="16232A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9106" y="21396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dma-buf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36338" y="2523744"/>
            <a:ext cx="1481328" cy="274320"/>
          </a:xfrm>
          <a:prstGeom prst="roundRect">
            <a:avLst>
              <a:gd name="adj" fmla="val 40000"/>
            </a:avLst>
          </a:prstGeom>
          <a:solidFill>
            <a:srgbClr val="16232A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6338" y="252374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pinning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09106" y="2523744"/>
            <a:ext cx="1481328" cy="274320"/>
          </a:xfrm>
          <a:prstGeom prst="roundRect">
            <a:avLst>
              <a:gd name="adj" fmla="val 40000"/>
            </a:avLst>
          </a:prstGeom>
          <a:solidFill>
            <a:srgbClr val="16232A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9106" y="252374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 translation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67421" y="1115568"/>
            <a:ext cx="3521354" cy="2331720"/>
          </a:xfrm>
          <a:prstGeom prst="roundRect">
            <a:avLst>
              <a:gd name="adj" fmla="val 1961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0301" y="1243584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binary, two environments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50301" y="1554480"/>
            <a:ext cx="31555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rocket-chip's TLB passes VA through unchanged in Bare mode (satp.MODE = 0).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identical instruction stream runs bare-metal and under Linux — with no mode bit.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675888"/>
            <a:ext cx="11185855" cy="960120"/>
          </a:xfrm>
          <a:prstGeom prst="roundRect">
            <a:avLst>
              <a:gd name="adj" fmla="val 4762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0390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driver, no pinning, no software address translation, and no separate build for bare-metal versus Linux.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design win when compared against accelerators that require pinned physical buffers and a driver round-trip.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C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Encoding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32-bit word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 instruction encoding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encoding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Gemmini instructions are RoCC custom instructions on custom3 (XCUSTOM_ACC = 3, opcode 0x7B), standard RISC-V R-type layout.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7251192" cy="1591056"/>
          </a:xfrm>
          <a:prstGeom prst="roundRect">
            <a:avLst>
              <a:gd name="adj" fmla="val 2874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9344"/>
            <a:ext cx="6976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31        25 24    20 19    15 14  12 11    7 6      0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+------------+--------+--------+------+-------+--------+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</a:t>
            </a:r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funct7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 rs2#  |  rs1#  |funct3|  rd   |custom3 |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+------------+--------+--------+------+-------+--------+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opcode      5-bit    5-bit    xd/     x0      0x7B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select      reg #    reg #   xs1/xs2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65008" y="1499616"/>
            <a:ext cx="3623767" cy="1591056"/>
          </a:xfrm>
          <a:prstGeom prst="roundRect">
            <a:avLst>
              <a:gd name="adj" fmla="val 2874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888" y="1627632"/>
            <a:ext cx="32580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access / execute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47888" y="1938528"/>
            <a:ext cx="3258007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are queued and executed asynchronously through Gemmini's ROB. The core runs ahead while the array works.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exception: k_FLUSH, which bypasses the queue.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 bits [14:12] are RoCC's xd, xs1, xs2 — not a Gemmini field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94176"/>
          <a:ext cx="1118585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640080"/>
                <a:gridCol w="4754880"/>
                <a:gridCol w="3779215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rd, reads both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k_COUNTER only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rd (encoded as x0), reads both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everything else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 funct7 map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opcode space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5455768" cy="768096"/>
          </a:xfrm>
          <a:prstGeom prst="roundRect">
            <a:avLst>
              <a:gd name="adj" fmla="val 5952"/>
            </a:avLst>
          </a:prstGeom>
          <a:solidFill>
            <a:srgbClr val="171B22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4358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k_CONFIG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4-way sub-selected via rs1[1:0]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5455768" cy="1865376"/>
          </a:xfrm>
          <a:prstGeom prst="roundRect">
            <a:avLst>
              <a:gd name="adj" fmla="val 2451"/>
            </a:avLst>
          </a:prstGeom>
          <a:solidFill>
            <a:srgbClr val="141821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3113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05456"/>
            <a:ext cx="50900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k_MVIN 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DRAM → local  (convention: A)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k_MVIN2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DRAM → local  (convention: B)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k_MVIN3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DRAM → local  (convention: D)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k_MVOUT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→ DRAM  (C)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k_MVOUT_SPAD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spad → spad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4187952"/>
            <a:ext cx="5455768" cy="1316736"/>
          </a:xfrm>
          <a:prstGeom prst="roundRect">
            <a:avLst>
              <a:gd name="adj" fmla="val 3472"/>
            </a:avLst>
          </a:prstGeom>
          <a:solidFill>
            <a:srgbClr val="171B22"/>
          </a:solidFill>
          <a:ln w="9525">
            <a:solidFill>
              <a:srgbClr val="F0B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315968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590288"/>
            <a:ext cx="509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k_PRELOAD      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stationary operand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k_COMPUTE_PRELOADED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what was just preloaded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k_COMPUTE_ACCUMULATE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WS: reuse wts / OS: accumulate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1115568"/>
            <a:ext cx="5455768" cy="1591056"/>
          </a:xfrm>
          <a:prstGeom prst="roundRect">
            <a:avLst>
              <a:gd name="adj" fmla="val 2874"/>
            </a:avLst>
          </a:prstGeom>
          <a:solidFill>
            <a:srgbClr val="141821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88" y="1243584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LOOPS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5888" y="1517904"/>
            <a:ext cx="50900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    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k_LOOP_WS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— matmul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9-13, 24, 25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(latch)  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bounds / addrs / strides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k_LOOP_CONV_WS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— convolution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16-21  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(latch)    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CONFIG_1 .. CONFIG_6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33008" y="2926080"/>
            <a:ext cx="5455768" cy="1316736"/>
          </a:xfrm>
          <a:prstGeom prst="roundRect">
            <a:avLst>
              <a:gd name="adj" fmla="val 3472"/>
            </a:avLst>
          </a:prstGeom>
          <a:solidFill>
            <a:srgbClr val="171B22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3054096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5888" y="3328416"/>
            <a:ext cx="509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k_FLUSH  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bypasses the queue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k_COUNTER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instruction writing rd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(reserved)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 gating enable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 configuration sub-selector, rs1[1:0]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opcode, four instructions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configuration shares funct7 = 0. The sub-selector lives in rs1[1:0] — the one operand position the architecture genuinely forces.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59893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36118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CONFIG_EX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CONFIG_LD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CONFIG_BERT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I-BERT normalization (README: config_norm)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03136" y="1517904"/>
            <a:ext cx="48856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03136" y="1828800"/>
            <a:ext cx="4885639" cy="1271016"/>
          </a:xfrm>
          <a:prstGeom prst="roundRect">
            <a:avLst>
              <a:gd name="adj" fmla="val 3597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0296" y="1938528"/>
            <a:ext cx="46113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OUTPUT_STATIONARY 0     NO_ACTIVATION 0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WEIGHT_STATIONARY 1     RELU          1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IGELU         3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LAYERNORM         2     SOFTMAX       4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GARBAGE_ADDR   0xFFFFFFFF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493008"/>
            <a:ext cx="11185855" cy="1417320"/>
          </a:xfrm>
          <a:prstGeom prst="roundRect">
            <a:avLst>
              <a:gd name="adj" fmla="val 3226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6210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warning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" y="3931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head of gemmini-rocc-tests carries a superseded CISC scheme — k_CONFIG_CISC_EX, k_ADDR_AB, k_SIZE0, k_COMPUTE_CISC —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mvin2 / mvin3, no conv loop, and no CONFIG_BERT.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follows the dev branch, which matches the README.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C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Operands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is the API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 local address format (32 bits) — shared by every instruction naming Gemmini-local memory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address format — 32 bits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7500366" cy="1362456"/>
          </a:xfrm>
          <a:prstGeom prst="roundRect">
            <a:avLst>
              <a:gd name="adj" fmla="val 3356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722604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31   30   29   28                                        0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+----+----+----+------------------------------------------+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 row address                  |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ovr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</a:t>
            </a:r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                                       |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+----+----+----+------------------------------------------+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77606" y="1115568"/>
            <a:ext cx="3411169" cy="1362456"/>
          </a:xfrm>
          <a:prstGeom prst="roundRect">
            <a:avLst>
              <a:gd name="adj" fmla="val 3356"/>
            </a:avLst>
          </a:prstGeom>
          <a:solidFill>
            <a:srgbClr val="1C1810"/>
          </a:solidFill>
          <a:ln w="9525">
            <a:solidFill>
              <a:srgbClr val="F0B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0486" y="1243584"/>
            <a:ext cx="30454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Internalize this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60486" y="1554480"/>
            <a:ext cx="3045409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row-addressed: one address = one row of DIM elements (inputType in the scratchpad, accType in the accumulator).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52344"/>
          <a:ext cx="66751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286000"/>
                <a:gridCol w="37033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scratchpad, 1 = accumulator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 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overwrite, 1 = accumulate onto existing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scratchpad, or acc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scaled-down inputType, 1 = raw accType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scratchpad, or acc 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28:0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8936" y="2752344"/>
          <a:ext cx="4199839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782519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0x0000_0000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scratchpad row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B8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0x8000_0000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 row 0, OVERWRITE on 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B8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0xC000_0000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 row 0, ACCUMULATE on 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B8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0xA000_0000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 row 0, read raw accType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462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0xFFFF_FFFF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GARBAGE_ADDR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488936" y="4983480"/>
            <a:ext cx="4199839" cy="658368"/>
          </a:xfrm>
          <a:prstGeom prst="roundRect">
            <a:avLst>
              <a:gd name="adj" fmla="val 6944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71816" y="5111496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29 = 1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671816" y="5422392"/>
            <a:ext cx="383407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BOTH activation and scaling — the raw partial-sum path, used when accumulating across outer tiles in software.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 GARBAGE_ADDR is overloaded by position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GARBAGE_ADDR — one sentinel, four meanings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63093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7947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or D operand of 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a ZERO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operand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undefined data (don't care)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operand of preload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 WRITEBACK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operand of preload (WS)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RELOAD WEIGHTS — reuse what is in the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621024"/>
            <a:ext cx="6309360" cy="868680"/>
          </a:xfrm>
          <a:prstGeom prst="roundRect">
            <a:avLst>
              <a:gd name="adj" fmla="val 5263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749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row is load-bearing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0599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mechanism the entire weight-stationary inner loop is built on. No opcode expresses weight reuse — only this sentinel does.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23176" y="1115568"/>
            <a:ext cx="4565599" cy="2148840"/>
          </a:xfrm>
          <a:prstGeom prst="roundRect">
            <a:avLst>
              <a:gd name="adj" fmla="val 2128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06056" y="1243584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Sign-extension trap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06056" y="1554480"/>
            <a:ext cx="419983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spad_addr must be ZERO-extended into the upper 32 bits or it will corrupt the rows/cols fields.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GARBAGE_ADDR is defined as ((uint32_t)(-1)) — becoming 0x0000_0000_FFFF_FFFF after promotion.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it been (int32_t)(-1), promotion would sign-extend to all ones and destroy both fields.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123176" y="3447288"/>
            <a:ext cx="4565599" cy="1417320"/>
          </a:xfrm>
          <a:prstGeom prst="roundRect">
            <a:avLst>
              <a:gd name="adj" fmla="val 3226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06056" y="3575304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observation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06056" y="3886200"/>
            <a:ext cx="4199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by position keeps the opcode space small but makes the ISA context-sensitive to read.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requires knowing which operand slot you are looking at.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 the four rs1 operand shapes — rs2 is almost always the packed triple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rs1 operand shapes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7649870" cy="4425696"/>
          </a:xfrm>
          <a:prstGeom prst="roundRect">
            <a:avLst>
              <a:gd name="adj" fmla="val 1033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737555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A — bare 64-bit pointer, nothing packed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+--------------------------------------------------------------------+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              virtual DRAM byte address [63:0]                 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+--------------------------------------------------------------------+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mvin, mvin2, mvin3, mvout, LOOP_*_CONFIG_ADDRS_*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cost: 0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B — packed triple, identical in layout to rs2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+----------------+----------------+----------------------------------+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rows [63:48]  |  cols [47:32]  |      local address [31:0]       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+----------------+----------------+----------------------------------+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preload, compute_preloaded, compute_accumulated 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cost: ~4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C — local address plus stride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+----------------------------------+---------------------------------+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    dst stride [63:32]        |   dst local address [31:0]     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+----------------------------------+---------------------------------+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mvout_spad                                      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cost: ~2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D — dense configuration bitfield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+----------------------------------+---------------+-----------------+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 scale / constant [63:32]     | stride[31:16] | flags+sel[15:0]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+----------------------------------+---------------+-----------------+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config_ex/ld/st/norm, loop triggers             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cost: ~2-6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27110" y="1115568"/>
            <a:ext cx="3261665" cy="1874520"/>
          </a:xfrm>
          <a:prstGeom prst="roundRect">
            <a:avLst>
              <a:gd name="adj" fmla="val 2439"/>
            </a:avLst>
          </a:prstGeom>
          <a:solidFill>
            <a:srgbClr val="121A1D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09990" y="1243584"/>
            <a:ext cx="28959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 is free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09990" y="1554480"/>
            <a:ext cx="289590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packing instructions — a pointer is already a 64-bit value in a register.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27110" y="3172968"/>
            <a:ext cx="3261665" cy="2057400"/>
          </a:xfrm>
          <a:prstGeom prst="roundRect">
            <a:avLst>
              <a:gd name="adj" fmla="val 2222"/>
            </a:avLst>
          </a:prstGeom>
          <a:solidFill>
            <a:srgbClr val="1C1810"/>
          </a:solidFill>
          <a:ln w="9525">
            <a:solidFill>
              <a:srgbClr val="F0B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09990" y="3300984"/>
            <a:ext cx="28959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C and D all cost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09990" y="3611880"/>
            <a:ext cx="289590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 compiler-emitted shifts and ORs. Level 3 has the per-instruction cost.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rs1[1:0] always holds the config selector. That position is forced.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§6-7  common rs2 packing and the complete rs1 / rs2 map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rs1 / rs2 map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5938876" cy="1225296"/>
          </a:xfrm>
          <a:prstGeom prst="roundRect">
            <a:avLst>
              <a:gd name="adj" fmla="val 3731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56645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rs2, the common packing (ADDR_LEN = 32):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63           48 47           32 31                        0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+---------------+---------------+---------------------------+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  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    </a:t>
            </a:r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address</a:t>
            </a:r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+---------------+---------------+---------------------------+</a:t>
            </a:r>
            <a:endParaRPr lang="en-US" sz="11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must be &lt;= DIM   ·   cols may exceed DIM for mvin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16116" y="1115568"/>
            <a:ext cx="4972660" cy="1225296"/>
          </a:xfrm>
          <a:prstGeom prst="roundRect">
            <a:avLst>
              <a:gd name="adj" fmla="val 3731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8996" y="1243584"/>
            <a:ext cx="4606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patterns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98996" y="1554480"/>
            <a:ext cx="46069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DMA, rs1 is external and rs2 is local — regardless of transfer direction.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config, rs1 always holds the selector, which is why config_ld looks backwards.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78608"/>
          <a:ext cx="11185855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4892040"/>
                <a:gridCol w="3413455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mvin / mvin2 / mvin3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DRAM address  [A]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packed triple  [B]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mvout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DRAM address  [A]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packed triple  [B]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mvout_spad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 stride + dst local addr  [C]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packed triple  [B]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preload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packed: B/D  [B]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packed: C  [B]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compute_preloaded / _accumulated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packed: A  [B]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packed: B/D  [B]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config_ex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selector, dataflow, act, transposes, A_stride, acc_scale  [D]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C_stride [63:48], sys_shift [31:0]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config_ld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selector, shrunk, id, pixel_repeats, block_stride, scale  [D]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0B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DRAM stride in bytes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config_st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selector, act, pooling block  [D]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 [31:0], acc_scale [63:32]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config_norm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selector, stat_id, flags, q_const  [D]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igelu_qb [31:0], igelu_qc [63:32]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flush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[0] = skip / retry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5C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unused (0)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LOOP_*_CONFIG_ADDRS_*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DRAM pointer  [A]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DRAM pointer  [A]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LOOP_* trigger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flags  [D]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flags  [D]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counter_access</a:t>
                      </a:r>
                      <a:endParaRPr lang="en-US" sz="9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config_reg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unused — writes rd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 two patterns that make the map memorable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patterns that make the map memorable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5410048" cy="3017520"/>
          </a:xfrm>
          <a:prstGeom prst="roundRect">
            <a:avLst>
              <a:gd name="adj" fmla="val 1515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63624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DMA — rs1 is external, rs2 is local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04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transfer direction.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mvin and mvout use the SAME register roles even though data flows in opposite directions.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role tracks which memory space, not which way data flows.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435608"/>
            <a:ext cx="5410048" cy="3017520"/>
          </a:xfrm>
          <a:prstGeom prst="roundRect">
            <a:avLst>
              <a:gd name="adj" fmla="val 1515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1608" y="1563624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config — rs1 always holds the selector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1608" y="1874520"/>
            <a:ext cx="5044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bits [1:0]. Forced, because all four config instructions share funct7 = 0 and the decoder needs the selector at a fixed offset in a fixed register.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config_ld looks backwards, with its plain stride sitting in rs2.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C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Cost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issuing an instruction actually costs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§1.4 + §3.1-3.2  one macro call, and the RV64I the compiler emits for 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assembly, line by line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a2 holds dram_addr and a5 holds spad_addr, with rows = cols = 16 and spad_addr = 0x8000_0040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9543593" cy="2231136"/>
          </a:xfrm>
          <a:prstGeom prst="roundRect">
            <a:avLst>
              <a:gd name="adj" fmla="val 2049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926927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gemmini_extended_mvin(dram_addr, spad_addr, DIM, DIM);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the C source (§1.4)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|   compiler emits: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v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dram_addr needs NO packing — it is already a 64-bit pointer in a2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lui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a4, 0x100           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0x0000_0000_0010_0000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a4, a4, 16          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0x0000_0000_0010_0010  = (rows&lt;&lt;16)|cols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a4, a4, 32          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0x0010_0010_0000_0000  fields to [63:48],[47:32]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a4, a4, a5                  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0x0010_0010_8000_0040  | spad_addr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.insn r CUSTOM_3, 0x3, 2, x0, a2, a4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|   +--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 = a4 = 0x0010_0010_8000_0040   packed, cost ~4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+------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rs1 = a2 = 0x0000_0000_8FF3_2100   pointer, cost 0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50208"/>
          <a:ext cx="63093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343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lui rd, imm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0x100 &lt;&lt; 12 = 0x100000, placing cols at bit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 rd, rs, imm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 places rows at bit 0 → 0x100010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slli rd, rs, sh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&lt;&lt; 32 lifts both fields to [63:48], [47:32]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 rd, rs1, rs2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merges the runtime spad_addr into [31:0]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123176" y="3950208"/>
            <a:ext cx="4565599" cy="1920240"/>
          </a:xfrm>
          <a:prstGeom prst="roundRect">
            <a:avLst>
              <a:gd name="adj" fmla="val 2381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06056" y="4078224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plain RV64I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06056" y="4389120"/>
            <a:ext cx="4199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 to Gemmini or RoCC whatsoever.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compiler's factoring: rather than two shifts it builds (rows&lt;&lt;16)|cols as one 32-bit constant and applies a single slli 32. With DIM both fields are compile-time constants — only the OR is data-dependent.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§3.2-3.3  packing cost per instruction, and the issue-rate consequence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side pays — and why it matters</a:t>
            </a:r>
            <a:endParaRPr lang="en-US" sz="2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64008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508760"/>
                <a:gridCol w="566928"/>
                <a:gridCol w="1508760"/>
                <a:gridCol w="9418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mvin/2/3, mvout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bare pointer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packed triple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mvout_spad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addr + stride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packed triple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preload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packed triple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packed triple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compute_*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packed triple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packed triple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config_*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dense bitfield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LOOP_*_CONFIG_ADDRS_*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bare pointer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bare pointer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822192"/>
            <a:ext cx="6400800" cy="777240"/>
          </a:xfrm>
          <a:prstGeom prst="roundRect">
            <a:avLst>
              <a:gd name="adj" fmla="val 5882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95020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execute pair pays on BOTH operands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26110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is the pair sitting in the innermost loop.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14616" y="1115568"/>
            <a:ext cx="4474159" cy="731520"/>
          </a:xfrm>
          <a:prstGeom prst="roundRect">
            <a:avLst>
              <a:gd name="adj" fmla="val 6250"/>
            </a:avLst>
          </a:prstGeom>
          <a:solidFill>
            <a:srgbClr val="141821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97496" y="117043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787384" y="1207008"/>
            <a:ext cx="2718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the array is busy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87384" y="1499616"/>
            <a:ext cx="2718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DIM x DIM compute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14616" y="1956816"/>
            <a:ext cx="4474159" cy="731520"/>
          </a:xfrm>
          <a:prstGeom prst="roundRect">
            <a:avLst>
              <a:gd name="adj" fmla="val 6250"/>
            </a:avLst>
          </a:prstGeom>
          <a:solidFill>
            <a:srgbClr val="141821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97496" y="20116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787384" y="2048256"/>
            <a:ext cx="2718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instructions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87384" y="2340864"/>
            <a:ext cx="2718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compute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14616" y="2798064"/>
            <a:ext cx="4474159" cy="731520"/>
          </a:xfrm>
          <a:prstGeom prst="roundRect">
            <a:avLst>
              <a:gd name="adj" fmla="val 6250"/>
            </a:avLst>
          </a:prstGeom>
          <a:solidFill>
            <a:srgbClr val="141821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97496" y="285292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12-20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787384" y="2889504"/>
            <a:ext cx="2718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instructions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787384" y="3182112"/>
            <a:ext cx="2718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preload + compute pair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14616" y="3730752"/>
            <a:ext cx="4474159" cy="1783080"/>
          </a:xfrm>
          <a:prstGeom prst="roundRect">
            <a:avLst>
              <a:gd name="adj" fmla="val 2564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97496" y="3858768"/>
            <a:ext cx="4108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is at parity with the array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97496" y="4169664"/>
            <a:ext cx="410839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is single-issue and in-order, so the core is roughly at parity with the array just ISSUING work. Any extra address arithmetic starves the accelerator.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motivates both throughput mechanisms: decoupled access/execute, and the CISC loop instructions.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C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Instruction groups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· movement · execute · CISC loops · control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§9.1  config_ex — selector 00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config_ex — the execute pipeline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7649870" cy="2414016"/>
          </a:xfrm>
          <a:prstGeom prst="roundRect">
            <a:avLst>
              <a:gd name="adj" fmla="val 1894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73755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rs1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63                    32 31          16 15    10  9  8  7  6   3  2  1 0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+------------------------+--------------+---------+--+--+--+-----+--+---+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acc_scale (float32)   |  A_stride    |    -    |Bt|At|so| act |df| 00|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+------------------------+--------------+---------+--+--+--+-----+--+---+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63        48 47                                             0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+------------+-----------------------------------------------+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C_stride  |                  sys_shift                    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+------------+-----------------------------------------------+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sys_shift is OS only — silently meaningless in WS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67328"/>
          <a:ext cx="63093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600200"/>
                <a:gridCol w="3931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[1:0]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OS, 1 = 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[6:3]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sys_act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 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[7]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set_only_strides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strides without disturbing other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[8]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A_transpose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A through the transposer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[9]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B_transpose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B through the transposer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[31:16]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A_stride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scratchpad row stride feeding A into the 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[63:32]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sys_acc_scale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 → inputType scale (float32)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23176" y="3767328"/>
            <a:ext cx="4565599" cy="1499616"/>
          </a:xfrm>
          <a:prstGeom prst="roundRect">
            <a:avLst>
              <a:gd name="adj" fmla="val 3049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0336" y="3877056"/>
            <a:ext cx="42912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— WS, no activation, shift 0,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acc_scale = 1.0f, C_stride = 1, A_stride = 1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funct7 = 0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rs1 = 0x3F80_0000_0001_0004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|- 1.0f -||A_str=1||df=1(WS)&lt;&lt;2|sel=00|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 = 0x0001_0000_0000_0000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|C_stride=1 &lt;&lt;48|  |- sys_shift = 0 -|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§9.1  transpose × dataflow legality — from the README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 × dataflow is not orthogonal</a:t>
            </a:r>
            <a:endParaRPr lang="en-US" sz="2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5852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08760"/>
                <a:gridCol w="1508760"/>
                <a:gridCol w="146304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Transpose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Transpose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1115568"/>
            <a:ext cx="4967935" cy="1783080"/>
          </a:xfrm>
          <a:prstGeom prst="roundRect">
            <a:avLst>
              <a:gd name="adj" fmla="val 2564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243584"/>
            <a:ext cx="4602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gaps exist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03720" y="155448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single hardware transposer, and it sits on the A path.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OS, B flows down the path that has no transposer — so OS + B-transpose only is unrepresentable.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20840" y="3081528"/>
            <a:ext cx="4967935" cy="1600200"/>
          </a:xfrm>
          <a:prstGeom prst="roundRect">
            <a:avLst>
              <a:gd name="adj" fmla="val 2857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3209544"/>
            <a:ext cx="4602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 correctly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3520440"/>
            <a:ext cx="46021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legality pattern is a direct fingerprint of the datapath, not an arbitrary software restriction.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derivative design that adds a second transposer changes this table.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§9.2  config_ld — selector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config_ld — the load pipeline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8845906" cy="1133856"/>
          </a:xfrm>
          <a:prstGeom prst="roundRect">
            <a:avLst>
              <a:gd name="adj" fmla="val 4032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85715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rs1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rs2 = DRAM stride in BYTES, full 64 bits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63                    32 31          16 15        8  7  5 4 3  2  1 0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+------------------------+--------------+-----------+-----+---+--+---+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mvin scale        | block_stride | pix_repeat|  -  |</a:t>
            </a:r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|sh| 01|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+------------------------+--------------+-----------+-----+---+--+---+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05456"/>
          <a:ext cx="6492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3931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[1:0]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accumulator mvins are accType, 1 = inputType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[4:3]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MVIN: 0 = mvin, 1 = mvin2, 2 = mvin3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[15:8]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pixel_repeats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experimental, likely to be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[31:16]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block_mvin_stride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private-memory stride between submatrices when cols &gt; DIM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[63:32]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 data during the 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06056" y="2505456"/>
            <a:ext cx="4382719" cy="1522476"/>
          </a:xfrm>
          <a:prstGeom prst="roundRect">
            <a:avLst>
              <a:gd name="adj" fmla="val 3003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43216" y="2615184"/>
            <a:ext cx="4108399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— configure mvin (id=0) and mvin2 (id=1),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DRAM stride 64 B, scale 1.0f,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block_mvin_stride = DIM = 16, pixel_repeats = 1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funct7 = 0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id=0:  rs1 = 0x3F80_0000_0010_01</a:t>
            </a:r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rs2 = 0x...0040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id=1:  rs1 = 0x3F80_0000_0010_01</a:t>
            </a:r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rs2 = 0x...0040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^^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id field at [4:3]: 0 vs 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06056" y="4247388"/>
            <a:ext cx="4382719" cy="1051560"/>
          </a:xfrm>
          <a:prstGeom prst="roundRect">
            <a:avLst>
              <a:gd name="adj" fmla="val 4348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88936" y="4375404"/>
            <a:ext cx="4016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bug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88936" y="4686300"/>
            <a:ext cx="4016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id field reconfigures mvin when you meant mvin2. The symptom is wrong data with no error.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§9.3-9.4  config_st (selector 10) and config_norm (selector 11)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config_st and config_norm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5410048" cy="3977640"/>
          </a:xfrm>
          <a:prstGeom prst="roundRect">
            <a:avLst>
              <a:gd name="adj" fmla="val 1149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43584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config_st — the store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1554480"/>
            <a:ext cx="50077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[1:0]  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— must be 10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[3:2]  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[5:4]    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pool_stride — 0 DISABLES POOLING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[7:6]  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pool_size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[9:8]  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upad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[11:10]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lpad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[31:24]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pool_out_dim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[39:32]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porows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[47:40]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pocols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[55:48]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orows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[63:56] 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ocols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088" y="3904488"/>
            <a:ext cx="5007712" cy="1133856"/>
          </a:xfrm>
          <a:prstGeom prst="roundRect">
            <a:avLst>
              <a:gd name="adj" fmla="val 4032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014216"/>
            <a:ext cx="473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rs2: [31:0] DRAM stride in bytes, [63:32] acc_scale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Pooling assumes NHWC layout and is experimental.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— stride 64 B, no act, acc_scale 1.0f, no pooling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rs1 = 0x0000_0000_0000_0002    (only the selector is set)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 = 0x3F80_0000_0000_0040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8728" y="1115568"/>
            <a:ext cx="5410048" cy="3977640"/>
          </a:xfrm>
          <a:prstGeom prst="roundRect">
            <a:avLst>
              <a:gd name="adj" fmla="val 1149"/>
            </a:avLst>
          </a:prstGeom>
          <a:solidFill>
            <a:srgbClr val="121A1D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608" y="1243584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config_norm — I-BERT normalization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1608" y="1554480"/>
            <a:ext cx="50442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integer-only GELU, layernorm and softmax. Experimental.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79896" y="1984248"/>
            <a:ext cx="5007712" cy="2619756"/>
          </a:xfrm>
          <a:prstGeom prst="roundRect">
            <a:avLst>
              <a:gd name="adj" fmla="val 1745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7056" y="2093976"/>
            <a:ext cx="4733392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rs1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[1:0]   = 11        selector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[15:8]  stat_id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[16]    act_msb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[17]    set_stats_id_only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[18]    q_const_type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[63:32] q_const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[31:0]  igelu_qb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[63:32] igelu_qc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— all constants zero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rs1 = 0x0000_0000_0000_0003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 = 0x0000_0000_0000_0000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 data movement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— three identical mvins</a:t>
            </a:r>
            <a:endParaRPr lang="en-US" sz="2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1118585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005840"/>
                <a:gridCol w="4144975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gemmini_extended_mvin(dram, spad, cols, rows)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 → 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gemmini_extended_mvin2(...)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 → 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gemmini_extended_mvin3(...)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 → 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gemmini_extended_mvout(dram, spad, cols, rows)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→ DRAM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gemmini_extended_mvout_spad(dst, dst_stride, src, cols, rows)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scratchpad → scratchpad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803904"/>
            <a:ext cx="5410048" cy="1783080"/>
          </a:xfrm>
          <a:prstGeom prst="roundRect">
            <a:avLst>
              <a:gd name="adj" fmla="val 2564"/>
            </a:avLst>
          </a:prstGeom>
          <a:solidFill>
            <a:srgbClr val="171B22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931920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of the same thing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4242816"/>
            <a:ext cx="504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mvins are functionally identical hardware.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exist so A, B and D can each hold their own DRAM stride and scale simultaneously.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3803904"/>
            <a:ext cx="5410048" cy="1783080"/>
          </a:xfrm>
          <a:prstGeom prst="roundRect">
            <a:avLst>
              <a:gd name="adj" fmla="val 2564"/>
            </a:avLst>
          </a:prstGeom>
          <a:solidFill>
            <a:srgbClr val="1C1810"/>
          </a:solidFill>
          <a:ln w="9525">
            <a:solidFill>
              <a:srgbClr val="F0B8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1608" y="3931920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convention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61608" y="4242816"/>
            <a:ext cx="504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mvin = A     mvin2 = B     mvin3 = D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once outside the loop; never touch config_ld in the inner loop.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 worked bit-field examples — 16×16 tiles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 — real operands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8696401" cy="4181856"/>
          </a:xfrm>
          <a:prstGeom prst="roundRect">
            <a:avLst>
              <a:gd name="adj" fmla="val 1093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8422081" cy="396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0x8FF32100   B @ 0x8FF33000   D @ 0x8FF35000   C @ 0x8FF34000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Scratchpad: A at row 0, B at row 0x3F00  (16384 - 256 = 16128)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mvin  A -&gt; spad 0x0000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2    rs1 = 0x0000_0000_8FF3_2100    rs2 = 0x0010_0010_0000_0000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|- bare pointer ----|          |r16||c16||- addr=0x0 -|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mvin2 B -&gt; spad 0x3F00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1    rs1 = 0x0000_0000_8FF3_3000    rs2 = 0x0010_0010_0000_3F00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mvin3 D -&gt; accumulator row 0, overwrite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14   rs1 = 0x0000_0000_8FF3_5000    rs2 = 0x0010_0010_</a:t>
            </a:r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000_0000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|bit31 = acc|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mvout C &lt;- accumulator row 0  (scaled inputType read)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3    rs1 = 0x0000_0000_8FF3_4000    rs2 = 0x0010_0010_8000_0000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mvout_spad  spad 0x200 -&gt; spad 0x100, dst stride 1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23   rs1 = 0x0000_0001_0000_0100    rs2 = 0x0010_0010_0000_0200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|stride=1||dst=0x100|          |r16||c16||src=0x200|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473641" y="1115568"/>
            <a:ext cx="2215134" cy="2011680"/>
          </a:xfrm>
          <a:prstGeom prst="roundRect">
            <a:avLst>
              <a:gd name="adj" fmla="val 2273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6521" y="1243584"/>
            <a:ext cx="18493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rs2 shape throughout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56521" y="1554480"/>
            <a:ext cx="18493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packs rows, cols and the local address identically.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rs1 and funct7 change. The direction of the transfer is not encoded in the register roles.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  execute — preload + compute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is always a pair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RISC-V instruction cannot hold four addresses. So every matmul is split: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7749540" cy="676656"/>
          </a:xfrm>
          <a:prstGeom prst="roundRect">
            <a:avLst>
              <a:gd name="adj" fmla="val 6757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7475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rs1 = stationary operand,  rs2 = C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rs1 = A,                   rs2 = the other operand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14016"/>
          <a:ext cx="3931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00200"/>
                <a:gridCol w="1600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preload rs1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rs2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(weights)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(bias)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1AD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(bias)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1AD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2414016"/>
          <a:ext cx="688817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02920"/>
                <a:gridCol w="281909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gemmini_extended_preload(BD, C, ...)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stationary operand. Commits the cycle after the array receives it; array idles until a compute arrives.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gemmini_extended_compute_preloaded(A, BD, ...)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against what was just preloaded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gemmini_extended_compute_accumulated(A, BD, ...)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WS: reuse loaded weights.  OS: accumulate onto C already in the array.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3831336"/>
            <a:ext cx="3931920" cy="1691640"/>
          </a:xfrm>
          <a:prstGeom prst="roundRect">
            <a:avLst>
              <a:gd name="adj" fmla="val 2703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3959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#3 — roles swap by dataflow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" y="427024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this backwards yields plausible wrong numbers, not an error.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likeliest source of a silently wrong result when porting OS code to WS.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§11.1  real bit-field examples (WS)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reuse is expressed entirely in address bits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8679790" cy="3198876"/>
          </a:xfrm>
          <a:prstGeom prst="roundRect">
            <a:avLst>
              <a:gd name="adj" fmla="val 1429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8405470" cy="297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preload, first i of a tile-column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load weights from spad 0x3F00, C -&gt; acc row 0, OVERWRITE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6    rs1 = 0x0010_0010_0000_3F00    rs2 = 0x0010_0010_8000_0000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|r16||c16||- B = 0x3F00 -|          |r16||c16||bit31, bit30=0|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preload, subsequent i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DO NOT reload weights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6    rs1 = 0x0010_0010_</a:t>
            </a:r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FFFF_FFFF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rs2 = 0x0010_0010_8000_0000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|-GARBAGE-|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preload, k &gt; 0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accumulate instead of overwrite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6    rs1 = 0x0010_0010_FFFF_FFFF    rs2 = 0x0010_0010_</a:t>
            </a:r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000_0000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    |bit31|bit30|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compute_preloaded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 from spad 0x0000, no D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4    rs1 = 0x0010_0010_0000_0000    rs2 = 0x0010_0010_FFFF_FFFF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compute_accumulated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identical operands, different funct7</a:t>
            </a:r>
            <a:endParaRPr lang="en-US" sz="11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funct7 = 5    rs1 = 0x0010_0010_0000_0000    rs2 = 0x0010_0010_FFFF_FFFF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552188"/>
            <a:ext cx="11185855" cy="960120"/>
          </a:xfrm>
          <a:prstGeom prst="roundRect">
            <a:avLst>
              <a:gd name="adj" fmla="val 4762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68020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three preload forms again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499110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between them is the low 32 bits of two operands. No opcode changes.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reuse and reduction accumulation are both expressed purely as address bits.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§11.2  sp_tiled_matmul_ws — the real inner loop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WS inner loop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5943600" cy="5180076"/>
          </a:xfrm>
          <a:prstGeom prst="roundRect">
            <a:avLst>
              <a:gd name="adj" fmla="val 883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5669280" cy="496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sp_tiled_matmul_ws, gemmini.h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(size_t k = 0; k &lt; K; k++) {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(size_t j = 0; j &lt; J; j++) {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(size_t i = 0; i &lt; I; i++) {       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 INNERMOST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const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uint32_t A_sp_addr = a_transpose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? (A_sp_addr_start + (k*I + i)*DIM)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: (A_sp_addr_start + (i*K + k)*DIM);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const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uint32_t B_sp_addr = b_transpose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? (B_sp_addr_start + (j*K + k)*DIM)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: (B_sp_addr_start + (k*J + j)*DIM);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... conditional mvin of A and B ...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uint32_t pre_sp_addr = i == 0 ? B_sp_addr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: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GARBAGE_ADDR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uint32_t out_sp_addr = C_sp_addr;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(k != 0)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out_sp_addr &amp;= ~(1 &lt;&lt; (ADDR_LEN-2));  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(2)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gemmini_extended_preload(pre_sp_addr, out_sp_addr,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B_cols, B_rows, C_cols, C_rows);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== 0)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gemmini_extended_compute_preloaded (A_sp_addr,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GARBAGE_ADDR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A_cols, A_rows, DIM, DIM); 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else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gemmini_extended_compute_accumulated(A_sp_addr,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GARBAGE_ADDR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A_cols, A_rows, DIM, DIM);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57416" y="1197864"/>
            <a:ext cx="420624" cy="420624"/>
          </a:xfrm>
          <a:prstGeom prst="ellipse">
            <a:avLst/>
          </a:prstGeom>
          <a:solidFill>
            <a:srgbClr val="F47726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57416" y="1197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24344" y="1161288"/>
            <a:ext cx="43644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load on the first i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24344" y="1444752"/>
            <a:ext cx="4364431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GARBAGE_ADDR thereafter means "don't reload". With i innermost, one weight tile amortizes across I A-tiles. That is weight-stationary, expressed entirely through the address sentinel.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57416" y="2798064"/>
            <a:ext cx="420624" cy="420624"/>
          </a:xfrm>
          <a:prstGeom prst="ellipse">
            <a:avLst/>
          </a:prstGeom>
          <a:solidFill>
            <a:srgbClr val="F0B849"/>
          </a:solidFill>
          <a:ln w="12700">
            <a:solidFill>
              <a:srgbClr val="F0B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7416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24344" y="2761488"/>
            <a:ext cx="43644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ADDR_LEN-2 = 30, the accumulate bit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24344" y="3044952"/>
            <a:ext cx="4364431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the first k (overwrite), cleared on later k so the accumulator reduces. The library initializes C_sp_addr_start with bits 31 AND 30 set (0xC000_0000).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57416" y="4398264"/>
            <a:ext cx="420624" cy="420624"/>
          </a:xfrm>
          <a:prstGeom prst="ellipse">
            <a:avLst/>
          </a:prstGeom>
          <a:solidFill>
            <a:srgbClr val="91ADBC"/>
          </a:solidFill>
          <a:ln w="12700">
            <a:solidFill>
              <a:srgbClr val="91AD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7416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24344" y="4361688"/>
            <a:ext cx="43644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rs2 is always garbage in 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24344" y="4645152"/>
            <a:ext cx="4364431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does not enter via compute. Bias is preloaded into the accumulator separately with mvin3.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§12.1  the CISC loop model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loops — latch, latch, latch, trigger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single instructions. Each is a sequence where the first N latch operands into controller registers and the last one triggers execution. The split exists purely because the operand set is far too wide for two 64-bit GPRs.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6852514" cy="1682496"/>
          </a:xfrm>
          <a:prstGeom prst="roundRect">
            <a:avLst>
              <a:gd name="adj" fmla="val 2717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65781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+- k_LOOP_WS_CONFIG_BOUNDS      -+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|- k_LOOP_WS_CONFIG_ADDRS_AB     |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latch into controller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|- k_LOOP_WS_CONFIG_ADDRS_DC     |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 (each commits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|- k_LOOP_WS_CONFIG_STRIDES_AB   |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immediately, no compute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|- k_LOOP_WS_CONFIG_STRIDES_DC  -+  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happens)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+- </a:t>
            </a:r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k_LOOP_WS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hardware generates the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full mvin / preload / compute /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mvout stream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9754" y="1517904"/>
            <a:ext cx="4059022" cy="1682496"/>
          </a:xfrm>
          <a:prstGeom prst="roundRect">
            <a:avLst>
              <a:gd name="adj" fmla="val 2717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2634" y="1645920"/>
            <a:ext cx="3693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that bite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2634" y="1956816"/>
            <a:ext cx="369326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issued consecutively — no tag, no handle. Interleaving two setups corrupts both.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Half-scratchpad constraint — operands must fit in HALF the private memory, because the unroller double-buffers.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only. Experimental per the README.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11185855" cy="1234440"/>
          </a:xfrm>
          <a:prstGeom prst="roundRect">
            <a:avLst>
              <a:gd name="adj" fmla="val 3704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0273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add no functionality — so why do they exist?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39136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they do can be done by hand with mvin / preload / compute / mvout. They exist because the hardware unroller generates a better-scheduled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than most hand-written tiling, and because it eliminates per-operation host packing cost — the Level 3 problem.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§12.2  gemmini_loop_ws — matmul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gemmini_loop_ws — the instruction sequence</a:t>
            </a:r>
            <a:endParaRPr lang="en-US" sz="27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722376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965960"/>
                <a:gridCol w="2788920"/>
                <a:gridCol w="20848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  CONFIG_BOUNDS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[15:0] pad_I, [31:16] pad_J, [63:32] pad_K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[15:0] I, [31:16] J, [63:32]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CONFIG_ADDRS_AB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(DRAM ptr)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(DRAM ptr)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 CONFIG_ADDRS_DC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(DRAM ptr)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(DRAM ptr)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CONFIG_STRIDES_AB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A_stride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B_stride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 CONFIG_STRIDES_DC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D_stride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C_stride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462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 LOOP_WS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639312"/>
            <a:ext cx="7223760" cy="1179576"/>
          </a:xfrm>
          <a:prstGeom prst="roundRect">
            <a:avLst>
              <a:gd name="adj" fmla="val 3876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7490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rs1</a:t>
            </a:r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</a:t>
            </a:r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rs2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63          20 19  18 17  16 15        8 7   3  2  1  0     [0] A_transpose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+--------------+------+------+-----------+-----+--+--+--+    [1] B_transpose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-       | a_id | b_id |    act    |  -  |lD|fC|ex|    [2] is_resadd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+--------------+------+------+-----------+-----+--+--+--+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[0] ex_accumulate   [1] full_C (C is accType)   [2] low_D (D is inputType)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37576" y="1115568"/>
            <a:ext cx="3651199" cy="1179576"/>
          </a:xfrm>
          <a:prstGeom prst="roundRect">
            <a:avLst>
              <a:gd name="adj" fmla="val 3876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74736" y="1225296"/>
            <a:ext cx="33768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Sizes in units of DIM tiles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scratchpad  rows of A = I * K * DIM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scratchpad  rows of B = K * J * DIM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accumulator rows of D = I * J * DIM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accumulator rows of C = I * J * DIM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37576" y="2551176"/>
            <a:ext cx="3651199" cy="804672"/>
          </a:xfrm>
          <a:prstGeom prst="roundRect">
            <a:avLst>
              <a:gd name="adj" fmla="val 5682"/>
            </a:avLst>
          </a:prstGeom>
          <a:solidFill>
            <a:srgbClr val="141821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02168" y="2606040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500616" y="2606040"/>
            <a:ext cx="200527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issued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37576" y="3483864"/>
            <a:ext cx="3651199" cy="804672"/>
          </a:xfrm>
          <a:prstGeom prst="roundRect">
            <a:avLst>
              <a:gd name="adj" fmla="val 5682"/>
            </a:avLst>
          </a:prstGeom>
          <a:solidFill>
            <a:srgbClr val="141821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353872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500616" y="3538728"/>
            <a:ext cx="200527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preload/compute pairs replaced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37576" y="4416552"/>
            <a:ext cx="3651199" cy="804672"/>
          </a:xfrm>
          <a:prstGeom prst="roundRect">
            <a:avLst>
              <a:gd name="adj" fmla="val 5682"/>
            </a:avLst>
          </a:prstGeom>
          <a:solidFill>
            <a:srgbClr val="141821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02168" y="4471416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500616" y="4471416"/>
            <a:ext cx="200527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instructions saved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§12.2  full example — C[64×64] = A[64×64] · B[64×64], int8, no bias, no activation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gemmini_loop_ws — worked example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8646566" cy="2353056"/>
          </a:xfrm>
          <a:prstGeom prst="roundRect">
            <a:avLst>
              <a:gd name="adj" fmla="val 1943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8372246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J = K = 4 tiles of 16.  Row strides 64 B.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 funct7  instruction        rs1                    rs2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  9   CONFIG_BOUNDS     0x0000_0000_0000_0000  0x0000_0004_0004_0004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|- pad_I/J/K = 0 -|      |K=4||J=4||I=4|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10   CONFIG_ADDRS_AB   0x0000_0000_8FF3_2100  0x0000_0000_8FF3_3000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11   CONFIG_ADDRS_DC   0x0000_0000_0000_0000  0x0000_0000_8FF3_4000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12   CONFIG_STRIDES_AB 0x0000_0000_0000_0040  0x0000_0000_0000_0040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13   CONFIG_STRIDES_DC 0x0000_0000_0000_0040  0x0000_0000_0000_0040</a:t>
            </a:r>
            <a:endParaRPr lang="en-US" sz="14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6    8   </a:t>
            </a:r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LOOP_WS (trigger)</a:t>
            </a:r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0x0000_0000_0000_0000  0x0000_0000_0000_0000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742944"/>
            <a:ext cx="11185855" cy="1051560"/>
          </a:xfrm>
          <a:prstGeom prst="roundRect">
            <a:avLst>
              <a:gd name="adj" fmla="val 4348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87096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instructions replace roughly 4·4·4 = 64 preload/compute pairs plus their mvins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418185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hundred host instructions saved. The _spad variant replaces steps 2-5 with k_LOOP_WS_CONFIG_SPAD_AB (24) and folds C into the trigger's rs2 upper half, for operands already resident in the scratchpad. It also carries a skips field.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§12.3  gemmini_loop_conv_ws — convolution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gemmini_loop_conv_ws — six latch, one trigger</a:t>
            </a:r>
            <a:endParaRPr lang="en-US" sz="27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69037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57200"/>
                <a:gridCol w="3108960"/>
                <a:gridCol w="2971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477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batch_size, in_row_dim, in_channels, out_channels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out_row_dim, pool_out_row_dim, out_col_dim, stride, padding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pool_padding, pool_stride, pool_size, pool_out_col_dim, kernel_dim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pochs, pocols, porows, batches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lpad, kchs, kcols, krows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in_col_dim, plpad, dpad, upad, rpad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kernel_dilation, pdpad, pupad, prpad, orows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ocols, out_stride, weight_stride, in_stride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(DRAM ptr)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(DRAM ptr)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(DRAM ptr)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(DRAM ptr)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C9CE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— flags below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E46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— flags below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17536" y="1115568"/>
            <a:ext cx="3971239" cy="2353056"/>
          </a:xfrm>
          <a:prstGeom prst="roundRect">
            <a:avLst>
              <a:gd name="adj" fmla="val 1943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54696" y="1225296"/>
            <a:ext cx="3696919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rs1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[0]     no_bias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[1]     wrot180</a:t>
            </a:r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kernel 180 deg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[2]     trans_output_1203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[3]     trans_weight_1203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[4]     trans_weight_0132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[5]     trans_input_3120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[6]     dw  depthwise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[15:8]  max_pixels_per_row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[17:16] b_spad_id   [19:18] a_spad_id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rs2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[0]     no_pool        [1] downsample</a:t>
            </a:r>
            <a:endParaRPr lang="en-US" sz="10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[2]     input_dilated  [10:3] activation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17536" y="3706368"/>
            <a:ext cx="3971239" cy="1325880"/>
          </a:xfrm>
          <a:prstGeom prst="roundRect">
            <a:avLst>
              <a:gd name="adj" fmla="val 3448"/>
            </a:avLst>
          </a:prstGeom>
          <a:solidFill>
            <a:srgbClr val="1B1510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0416" y="3834384"/>
            <a:ext cx="3605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reusable idea in the ISA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00416" y="4145280"/>
            <a:ext cx="36054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trans_* bits are NHWC layout permutations — this is how im2col-free convolution feeds a GEMM engine.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hardware/compiler contract, not a convenience flag.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§12.3  full example — 3×3 conv, stride 1, pad 1, no pooling; 1×32×32×64 NHWC in and out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gemmini_loop_conv_ws — worked example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7541895" cy="3838956"/>
          </a:xfrm>
          <a:prstGeom prst="roundRect">
            <a:avLst>
              <a:gd name="adj" fmla="val 1191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7267575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Tile: porows = pocols = pochs = 16, krows = kcols = 3, kchs = 16,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orows = ocols = 16. All row strides 64 B.  Weights @ 0x8FF40000,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@ 0x8FF32100, bias @ 0x8FF35000, output @ 0x8FF34000.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 f7  instruction  rs1                    rs2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16  CONFIG_1     0x0040_0040_0020_0001  0x0101_0020_0020_0020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|oc||ic||ird||bs|      |p||s||ocd ||pord||ord|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17  CONFIG_2     0x0003_0020_0000_0000  0x0001_0010_0010_0010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|kd||pocd||ps||pst,ppad| |bat||por||poc||poch|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18  CONFIG_3     0x0003_0003_0010_0001  0x0001_0001_0100_0020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|kr||kc||kch||lpad|    |rp||up||dp||plp||icd|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19  CONFIG_4     0x0010_0000_0000_0001  0x0040_0040_0040_0010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|orows|  ...  |kdil=1|  |ins||ws||outs||ocols|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20  CONFIG_5     0x0000_0000_8FF4_0000  0x0000_0000_8FF3_4000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|- weights --------|    |- output ---------|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21  CONFIG_6     0x0000_0000_8FF3_5000  0x0000_0000_8FF3_2100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|- bias -----------|    |- input ----------|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7  15  </a:t>
            </a:r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0x0000_0000_0000_0100  0x0000_0000_0000_0001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|max_pixels_per_row=1|  |no_pool = 1|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319135" y="1115568"/>
            <a:ext cx="3369640" cy="1828800"/>
          </a:xfrm>
          <a:prstGeom prst="roundRect">
            <a:avLst>
              <a:gd name="adj" fmla="val 2500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2015" y="1243584"/>
            <a:ext cx="300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as loop_ws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2015" y="1554480"/>
            <a:ext cx="3003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Half-scratchpad constraint and outer software tiling apply identically.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instructions replace an entire convolution loop nest.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§13  control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— flush, counter, fence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521354" cy="3246120"/>
          </a:xfrm>
          <a:prstGeom prst="roundRect">
            <a:avLst>
              <a:gd name="adj" fmla="val 1408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43584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— funct7 = 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591056"/>
            <a:ext cx="3155594" cy="653796"/>
          </a:xfrm>
          <a:prstGeom prst="roundRect">
            <a:avLst>
              <a:gd name="adj" fmla="val 6993"/>
            </a:avLst>
          </a:prstGeom>
          <a:solidFill>
            <a:srgbClr val="150F0E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00784"/>
            <a:ext cx="2881274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retry:  rs1 = 0x0000_0000_0000_0000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skip:   rs1 = 0x0000_0000_0000_0001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rs2 = 0 in both cases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414016"/>
            <a:ext cx="31555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rs1[0]: 1 = skip a TLB request stuck on a page fault, 0 = retry it.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immediately on receipt, bypassing the instruction queue — the programmer must fence around it.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surface of incomplete page-fault handling: no precise resumable trap, only skip-or-retry.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5170" y="1115568"/>
            <a:ext cx="3521354" cy="3246120"/>
          </a:xfrm>
          <a:prstGeom prst="roundRect">
            <a:avLst>
              <a:gd name="adj" fmla="val 1408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8050" y="1243584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counter_access — funct7 = 126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18050" y="1591056"/>
            <a:ext cx="3155594" cy="798576"/>
          </a:xfrm>
          <a:prstGeom prst="roundRect">
            <a:avLst>
              <a:gd name="adj" fmla="val 5725"/>
            </a:avLst>
          </a:prstGeom>
          <a:solidFill>
            <a:srgbClr val="0E1216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5210" y="1700784"/>
            <a:ext cx="288127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gemmini_counter_access(rd, config_reg);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funct3 = 0x7, the only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instruction with xd = 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18050" y="2596896"/>
            <a:ext cx="31555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Gemmini instruction with a return path to the CPU register file.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67421" y="1115568"/>
            <a:ext cx="3521354" cy="3246120"/>
          </a:xfrm>
          <a:prstGeom prst="roundRect">
            <a:avLst>
              <a:gd name="adj" fmla="val 1408"/>
            </a:avLst>
          </a:prstGeom>
          <a:solidFill>
            <a:srgbClr val="121A1D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0301" y="1243584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gemmini_fence()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50301" y="1591056"/>
            <a:ext cx="3155594" cy="509016"/>
          </a:xfrm>
          <a:prstGeom prst="roundRect">
            <a:avLst>
              <a:gd name="adj" fmla="val 8982"/>
            </a:avLst>
          </a:prstGeom>
          <a:solidFill>
            <a:srgbClr val="0C1417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7461" y="1700784"/>
            <a:ext cx="288127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gemmini_fence() \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asm volatile("fence")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50301" y="2322576"/>
            <a:ext cx="315559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custom instruction — a plain RISC-V fence.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because Rocket stalls a fence until the RoCC accelerator deasserts busy.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§14  C API layering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API layering — call the widest variant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widening convention: base macro, then extended, extended2, ... as fields were exposed over successive revisions. config_ld has reached extended5.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7126605" cy="1743456"/>
          </a:xfrm>
          <a:prstGeom prst="roundRect">
            <a:avLst>
              <a:gd name="adj" fmla="val 2622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685228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gemmini_config_ld(stride)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+- gemmini_extended_config_ld(stride, scale)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+- gemmini_extended2_config_ld(..., shrunk)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+- gemmini_extended3_config_ld(..., id)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+- gemmini_extended4_config_ld(...,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block_mvin_stride, id)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+- </a:t>
            </a:r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gemmini_extended5_config_ld</a:t>
            </a:r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(...,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pixel_repeats, id)   </a:t>
            </a:r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emits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22133" y="1517904"/>
            <a:ext cx="3766642" cy="1874520"/>
          </a:xfrm>
          <a:prstGeom prst="roundRect">
            <a:avLst>
              <a:gd name="adj" fmla="val 2439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05013" y="1645920"/>
            <a:ext cx="3400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forms pass defaults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05013" y="1956816"/>
            <a:ext cx="340088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MVIN_SCALE_IDENTITY, ACC_SCALE_IDENTITY, DIM, false.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performance-relevant, call the widest variant — the defaults silently reset fields you may have set earlier.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35680"/>
            <a:ext cx="11185855" cy="914400"/>
          </a:xfrm>
          <a:prstGeom prst="roundRect">
            <a:avLst>
              <a:gd name="adj" fmla="val 5000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63696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these sit ordinary C tiling functions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9745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sp_tiled_matmul_ws     sp_tiled_matmul_os     tiled_matmul_auto     tiled_conv_auto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C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— End to end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16×16×16 tile, weight-stationary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§15  complete worked trace — C = A·B + D, int8, all matrices 16×16 in DRAM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worked trace — weight-stationary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9917354" cy="2894076"/>
          </a:xfrm>
          <a:prstGeom prst="roundRect">
            <a:avLst>
              <a:gd name="adj" fmla="val 1580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9643034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  funct7  instruction            rs1                        rs2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  ------  ---------------------  -------------------------  -------------------------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1     0    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config_ex (WS)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0x3F80_0000_0001_0004      0x0001_0000_0000_0000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2     0    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config_ld  id=0 (A)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0x3F80_0000_0010_0101      0x0000_0000_0000_0040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3     0    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config_ld  id=1 (B)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0x3F80_0000_0010_0109      0x0000_0000_0000_0040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4     0    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91AD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config_st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0x0000_0000_0000_0002      0x3F80_0000_0000_0040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5     2    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mvin   A -&gt; spad 0x0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0x0000_0000_8FF3_2100      0x0010_0010_0000_0000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6     1    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mvin2  B -&gt; spad 0x3F00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0x0000_0000_8FF3_3000     0x0010_0010_0000_3F00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7    14    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mvin3  D -&gt; acc  0x0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0x0000_0000_8FF3_5000      0x0010_0010_8000_0000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8     6    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preload B, C=acc(acc)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0x0010_0010_0000_3F00      0x0010_0010_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46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000_0000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9     4    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compute_preloaded A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0x0010_0010_0000_0000      0x0010_0010_FFFF_FFFF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10     3    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mvout  C &lt;- acc 0x0</a:t>
            </a:r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0x0000_0000_8FF3_4000      0x0010_0010_8000_0000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           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0B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283964"/>
            <a:ext cx="5410048" cy="1188720"/>
          </a:xfrm>
          <a:prstGeom prst="roundRect">
            <a:avLst>
              <a:gd name="adj" fmla="val 3846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11980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8 — why 0xC000_0000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722876"/>
            <a:ext cx="504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Accumulate, because D was already moved into the accumulator at line 7.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bias, line 7 is dropped and line 8 uses 0x8000_0000 (overwrite).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4283964"/>
            <a:ext cx="5410048" cy="1188720"/>
          </a:xfrm>
          <a:prstGeom prst="roundRect">
            <a:avLst>
              <a:gd name="adj" fmla="val 3846"/>
            </a:avLst>
          </a:prstGeom>
          <a:solidFill>
            <a:srgbClr val="141A1E"/>
          </a:solidFill>
          <a:ln w="9525">
            <a:solidFill>
              <a:srgbClr val="91AD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608" y="4411980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10 — why bit 29 =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4722876"/>
            <a:ext cx="504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applies acc_scale and the activation function, delivering inputType.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0xA000_0000 would return raw accType with neither applied.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  gotchas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gotchas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329184" cy="329184"/>
          </a:xfrm>
          <a:prstGeom prst="ellipse">
            <a:avLst/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115568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are not in registers.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41832" y="1389888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live in .text; only operand VALUES live in the register file.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329184" cy="329184"/>
          </a:xfrm>
          <a:prstGeom prst="ellipse">
            <a:avLst/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1874520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state is not context-switchable.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41832" y="2148840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save/restore path exists.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329184" cy="329184"/>
          </a:xfrm>
          <a:prstGeom prst="ellipse">
            <a:avLst/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" y="2633472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roles swap between OS and WS.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1832" y="2907792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preload / compute.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65576"/>
            <a:ext cx="329184" cy="329184"/>
          </a:xfrm>
          <a:prstGeom prst="ellipse">
            <a:avLst/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339242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GARBAGE_ADDR is overloaded.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41832" y="3666744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matrix, don't-care, suppress-writeback, don't-reload-weights.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224528"/>
            <a:ext cx="329184" cy="329184"/>
          </a:xfrm>
          <a:prstGeom prst="ellipse">
            <a:avLst/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832" y="4151376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accumulate bit is in the address.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41832" y="4425696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opcode. Software toggles bit 30 of the C address.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78728" y="1188720"/>
            <a:ext cx="329184" cy="329184"/>
          </a:xfrm>
          <a:prstGeom prst="ellipse">
            <a:avLst/>
          </a:prstGeom>
          <a:solidFill>
            <a:srgbClr val="1A2229"/>
          </a:solidFill>
          <a:ln w="12700">
            <a:solidFill>
              <a:srgbClr val="91AD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17640" y="1115568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sequences must not be interleaved.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17640" y="1389888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latched register set.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78728" y="1947672"/>
            <a:ext cx="329184" cy="329184"/>
          </a:xfrm>
          <a:prstGeom prst="ellipse">
            <a:avLst/>
          </a:prstGeom>
          <a:solidFill>
            <a:srgbClr val="1A2229"/>
          </a:solidFill>
          <a:ln w="12700">
            <a:solidFill>
              <a:srgbClr val="91AD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8728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17640" y="1874520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sys_shift is OS-only.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17640" y="2148840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meaningless in WS.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78728" y="2706624"/>
            <a:ext cx="329184" cy="329184"/>
          </a:xfrm>
          <a:prstGeom prst="ellipse">
            <a:avLst/>
          </a:prstGeom>
          <a:solidFill>
            <a:srgbClr val="1A2229"/>
          </a:solidFill>
          <a:ln w="12700">
            <a:solidFill>
              <a:srgbClr val="91AD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8728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17640" y="2633472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config_ld's id field.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717640" y="2907792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it reconfigures mvin when you meant mvin2.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78728" y="3465576"/>
            <a:ext cx="329184" cy="329184"/>
          </a:xfrm>
          <a:prstGeom prst="ellipse">
            <a:avLst/>
          </a:prstGeom>
          <a:solidFill>
            <a:srgbClr val="1A2229"/>
          </a:solidFill>
          <a:ln w="12700">
            <a:solidFill>
              <a:srgbClr val="91AD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8728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17640" y="339242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must match elaborated hardware.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717640" y="3666744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WS-only build asked for OS produces wrong results, not an error.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78728" y="4224528"/>
            <a:ext cx="329184" cy="329184"/>
          </a:xfrm>
          <a:prstGeom prst="ellipse">
            <a:avLst/>
          </a:prstGeom>
          <a:solidFill>
            <a:srgbClr val="1A2229"/>
          </a:solidFill>
          <a:ln w="12700">
            <a:solidFill>
              <a:srgbClr val="91ADB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8728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17640" y="4151376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bypasses the queue.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717640" y="4425696"/>
            <a:ext cx="497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yourself.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5047488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17550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85800" y="5486400"/>
            <a:ext cx="1082009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failure modes are silent. Gemmini produces plausible wrong numbers far more often than it produces an error.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5543" y="338328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2A1B12"/>
          </a:solidFill>
          <a:ln w="12700">
            <a:solidFill>
              <a:srgbClr val="F47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5543" y="3383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19088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takeaways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worth carrying into a derivative design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5410048" cy="2423160"/>
          </a:xfrm>
          <a:prstGeom prst="roundRect">
            <a:avLst>
              <a:gd name="adj" fmla="val 1887"/>
            </a:avLst>
          </a:prstGeom>
          <a:solidFill>
            <a:srgbClr val="171B22"/>
          </a:solidFill>
          <a:ln w="9525">
            <a:solidFill>
              <a:srgbClr val="F47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243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9576" y="1243584"/>
            <a:ext cx="453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space IS the control interface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1755648"/>
            <a:ext cx="500771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Accumulate/overwrite, scaled/raw readback, weight reuse and writeback suppression are all address bits. Small opcode space, high expressiveness — at the cost of context-sensitive, hard-to-debug encodings.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1115568"/>
            <a:ext cx="5410048" cy="2423160"/>
          </a:xfrm>
          <a:prstGeom prst="roundRect">
            <a:avLst>
              <a:gd name="adj" fmla="val 1887"/>
            </a:avLst>
          </a:prstGeom>
          <a:solidFill>
            <a:srgbClr val="1C1810"/>
          </a:solidFill>
          <a:ln w="9525">
            <a:solidFill>
              <a:srgbClr val="F0B8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9896" y="1243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55384" y="1243584"/>
            <a:ext cx="453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cost is a first-class design constraint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9896" y="1755648"/>
            <a:ext cx="500771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single-issue in-order host is at parity with the array just ISSUING work. Decoupled access/execute and the CISC loop instructions both exist to answer this, not to add function.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904488"/>
            <a:ext cx="5410048" cy="2423160"/>
          </a:xfrm>
          <a:prstGeom prst="roundRect">
            <a:avLst>
              <a:gd name="adj" fmla="val 1887"/>
            </a:avLst>
          </a:prstGeom>
          <a:solidFill>
            <a:srgbClr val="121A1D"/>
          </a:solidFill>
          <a:ln w="9525">
            <a:solidFill>
              <a:srgbClr val="6FA3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40325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9576" y="4032504"/>
            <a:ext cx="453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trans_* layout contract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" y="4544568"/>
            <a:ext cx="500771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NHWC permutation bits let a GEMM engine consume convolutions with no im2col in software. The most directly reusable idea in the ISA.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8728" y="3904488"/>
            <a:ext cx="5410048" cy="2423160"/>
          </a:xfrm>
          <a:prstGeom prst="roundRect">
            <a:avLst>
              <a:gd name="adj" fmla="val 1887"/>
            </a:avLst>
          </a:prstGeom>
          <a:solidFill>
            <a:srgbClr val="1E1310"/>
          </a:solidFill>
          <a:ln w="9525">
            <a:solidFill>
              <a:srgbClr val="E46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9896" y="40325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55384" y="4032504"/>
            <a:ext cx="453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unaddressed gap: OS visibility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9896" y="4544568"/>
            <a:ext cx="500771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has no architectural name, therefore no save/restore. Context switching with live config or an in-flight DMA is a correctness hazard. Page faults get skip-or-retry, not a precise resumable trap. Any productisation has to solve both.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4884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02920" y="31089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7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Gemmini ISA — from C macro to systolic array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3977640"/>
            <a:ext cx="7450531" cy="950976"/>
          </a:xfrm>
          <a:prstGeom prst="roundRect">
            <a:avLst>
              <a:gd name="adj" fmla="val 4808"/>
            </a:avLst>
          </a:prstGeom>
          <a:solidFill>
            <a:srgbClr val="0A0C10"/>
          </a:solidFill>
          <a:ln w="9525">
            <a:solidFill>
              <a:srgbClr val="2B31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087368"/>
            <a:ext cx="7176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47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ucb-bar/gemmini                  README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ucb-bar/gemmini-rocc-tests (dev) include/gemmini.h</a:t>
            </a:r>
            <a:endParaRPr lang="en-US" sz="12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ibm/rocc-software                src/xcustom.h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8064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 layouts follow the dev branch. The master head carries a superseded CISC scheme.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Gemmini ISA — From C Macro to Systolic Array</dc:title>
  <dc:subject>PptxGenJS Presentation</dc:subject>
  <dc:creator>Gemmini ISA reference</dc:creator>
  <cp:lastModifiedBy>Gemmini ISA reference</cp:lastModifiedBy>
  <cp:revision>1</cp:revision>
  <dcterms:created xsi:type="dcterms:W3CDTF">2026-08-04T04:12:27Z</dcterms:created>
  <dcterms:modified xsi:type="dcterms:W3CDTF">2026-08-04T04:12:27Z</dcterms:modified>
</cp:coreProperties>
</file>